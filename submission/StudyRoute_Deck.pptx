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cbe1e68-e342-1e8c-7df1-ccd258501cf1}">
          <p14:sldIdLst>
            <p14:sldId id="256"/>
            <p14:sldId id="257"/>
          </p14:sldIdLst>
        </p14:section>
        <p14:section name="The problem" id="{b8a6905f-8da1-0600-1cda-e0a52aabc88f}">
          <p14:sldIdLst>
            <p14:sldId id="258"/>
            <p14:sldId id="259"/>
          </p14:sldIdLst>
        </p14:section>
        <p14:section name="The solution" id="{8b749583-1ecb-c199-d17f-e5fbc34d0503}">
          <p14:sldIdLst>
            <p14:sldId id="260"/>
            <p14:sldId id="261"/>
          </p14:sldIdLst>
        </p14:section>
        <p14:section name="Trust" id="{c5273d3f-ba8a-c82c-6641-5051c959b8d4}">
          <p14:sldIdLst>
            <p14:sldId id="262"/>
            <p14:sldId id="263"/>
            <p14:sldId id="264"/>
            <p14:sldId id="265"/>
            <p14:sldId id="266"/>
          </p14:sldIdLst>
        </p14:section>
        <p14:section name="Close" id="{f7595872-fd63-80e3-af81-5bde7636cb20}">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TeamEkxin,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A student guide shows which student cities a monthly budget covers, with invented figures marked not verified.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here is what we have shown and what we have not. What we have shown: every number comes from one deterministic engine, with 1676 backend tests covering all 24 scenarios. Only a human with a fresh MFA code can approve, and the AI has no such permission. Change one audit row and Verify fails at that event. And the stack starts from the zipped archive with one command. What we have not shown: the rates, fees and city costs are invented, and we have not yet compared them with real quotes. No real parent has used it. A local review found trust-boundary limits; no external penetration test was run. The Bangladesh Bank limits are placeholders, marked Not verified. Both lists are in the repository, because we would rather you hear the limits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The API adds mandatory review not measured here; the simulated parents are assumptions.Two more small models are trained on the same GPU. A language model rewords the engine's answer on the user's own machine: on 700 held-out questions 80.9% of its answers pass every code check and the rest show the engine's own text; 99.8% of the figures it writes are the engine's. It mostly rewords. A risk model, trained on IBM's public synthetic transactions, gives each payment a score from four factors, amount, frequency, timeline and person: a low score shows no warning, a high one shows a warning and sends the payment to a person at the sandbox bank, and every payment needs a person's authorization whatever its score; on a later period it caught 56.5% of the flagged payments with 29.2% precision, and the data cannot support both above ninety. It routes;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1676 backend and 463 frontend tests, all 24 blueprint scenarios mapped to tests, and 55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beyond tuition, the sandbox already has a smart escrow for living costs and a bank-network simulation;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TeamEkxin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7-rect-1"/>
          <p:cNvSpPr/>
          <p:nvPr/>
        </p:nvSpPr>
        <p:spPr>
          <a:xfrm>
            <a:off x="457200" y="1234440"/>
            <a:ext cx="4023360" cy="3154680"/>
          </a:xfrm>
          <a:prstGeom prst="roundRect">
            <a:avLst>
              <a:gd name="adj" fmla="val 2319"/>
            </a:avLst>
          </a:prstGeom>
          <a:solidFill>
            <a:schemeClr val="bg2"/>
          </a:solidFill>
          <a:ln/>
        </p:spPr>
      </p:sp>
      <p:sp>
        <p:nvSpPr>
          <p:cNvPr id="4" name="content-7-rect-2"/>
          <p:cNvSpPr/>
          <p:nvPr/>
        </p:nvSpPr>
        <p:spPr>
          <a:xfrm>
            <a:off x="640080" y="1371600"/>
            <a:ext cx="109728" cy="365760"/>
          </a:xfrm>
          <a:prstGeom prst="rect">
            <a:avLst/>
          </a:prstGeom>
          <a:solidFill>
            <a:schemeClr val="accent1"/>
          </a:solidFill>
          <a:ln/>
        </p:spPr>
      </p:sp>
      <p:sp>
        <p:nvSpPr>
          <p:cNvPr id="5" name="content-7-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7-text-4"/>
          <p:cNvSpPr txBox="1"/>
          <p:nvPr/>
        </p:nvSpPr>
        <p:spPr>
          <a:xfrm>
            <a:off x="64008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Every number comes from one engine, in integer money. 1676 backend tests cover all 24 scenarios.</a:t>
            </a:r>
            <a:endParaRPr lang="en-US" sz="1200" dirty="0"/>
          </a:p>
          <a:p>
            <a:pPr algn="l" marL="342900" indent="-342900">
              <a:spcAft>
                <a:spcPts val="600"/>
              </a:spcAft>
              <a:buSzPct val="100000"/>
              <a:buChar char="•"/>
            </a:pPr>
            <a:r>
              <a:rPr lang="en-US" sz="1200" dirty="0">
                <a:solidFill>
                  <a:schemeClr val="tx1"/>
                </a:solidFill>
              </a:rPr>
              <a:t>Only a human with a fresh MFA code can approve. The AI has no such permission, and a test enforces the table.</a:t>
            </a:r>
            <a:endParaRPr lang="en-US" sz="1200" dirty="0"/>
          </a:p>
          <a:p>
            <a:pPr algn="l" marL="342900" indent="-342900">
              <a:spcAft>
                <a:spcPts val="600"/>
              </a:spcAft>
              <a:buSzPct val="100000"/>
              <a:buChar char="•"/>
            </a:pPr>
            <a:r>
              <a:rPr lang="en-US" sz="1200" dirty="0">
                <a:solidFill>
                  <a:schemeClr val="tx1"/>
                </a:solidFill>
              </a:rPr>
              <a:t>Edit one audit row and Verify fails at that event. Audit-only rewrites are detected; both logs share SQLite, so a DB owner can rewrite both.</a:t>
            </a:r>
            <a:endParaRPr lang="en-US" sz="1200" dirty="0"/>
          </a:p>
          <a:p>
            <a:pPr algn="l" marL="342900" indent="-342900">
              <a:spcAft>
                <a:spcPts val="600"/>
              </a:spcAft>
              <a:buSzPct val="100000"/>
              <a:buChar char="•"/>
            </a:pPr>
            <a:r>
              <a:rPr lang="en-US" sz="1200" dirty="0">
                <a:solidFill>
                  <a:schemeClr val="tx1"/>
                </a:solidFill>
              </a:rPr>
              <a:t>Fresh local API/UI checks are in release evidence; Docker logs are inherited, not rerun for this repair.</a:t>
            </a:r>
            <a:endParaRPr lang="en-US" sz="1200" dirty="0"/>
          </a:p>
        </p:txBody>
      </p:sp>
      <p:sp>
        <p:nvSpPr>
          <p:cNvPr id="7" name="content-7-rect-5"/>
          <p:cNvSpPr/>
          <p:nvPr/>
        </p:nvSpPr>
        <p:spPr>
          <a:xfrm>
            <a:off x="4663440" y="1234440"/>
            <a:ext cx="4023360" cy="3154680"/>
          </a:xfrm>
          <a:prstGeom prst="roundRect">
            <a:avLst>
              <a:gd name="adj" fmla="val 2319"/>
            </a:avLst>
          </a:prstGeom>
          <a:solidFill>
            <a:schemeClr val="bg2"/>
          </a:solidFill>
          <a:ln/>
        </p:spPr>
      </p:sp>
      <p:sp>
        <p:nvSpPr>
          <p:cNvPr id="8" name="content-7-rect-6"/>
          <p:cNvSpPr/>
          <p:nvPr/>
        </p:nvSpPr>
        <p:spPr>
          <a:xfrm>
            <a:off x="4846320" y="1371600"/>
            <a:ext cx="109728" cy="365760"/>
          </a:xfrm>
          <a:prstGeom prst="rect">
            <a:avLst/>
          </a:prstGeom>
          <a:solidFill>
            <a:schemeClr val="accent3"/>
          </a:solidFill>
          <a:ln/>
        </p:spPr>
      </p:sp>
      <p:sp>
        <p:nvSpPr>
          <p:cNvPr id="9" name="content-7-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7-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Local code review and regression tests; no external penetration test.</a:t>
            </a:r>
            <a:endParaRPr lang="en-US" sz="1200" dirty="0"/>
          </a:p>
          <a:p>
            <a:pPr algn="l" marL="342900" indent="-342900">
              <a:spcAft>
                <a:spcPts val="600"/>
              </a:spcAft>
              <a:buSzPct val="100000"/>
              <a:buChar char="•"/>
            </a:pPr>
            <a:r>
              <a:rPr lang="en-US" sz="1200" dirty="0">
                <a:solidFill>
                  <a:schemeClr val="tx1"/>
                </a:solidFill>
              </a:rPr>
              <a:t>Bangladesh Bank limits are placeholders, marked Not verified.</a:t>
            </a:r>
            <a:endParaRPr lang="en-US" sz="1200" dirty="0"/>
          </a:p>
        </p:txBody>
      </p:sp>
      <p:sp>
        <p:nvSpPr>
          <p:cNvPr id="11" name="content-7-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dirty="0">
                <a:solidFill>
                  <a:schemeClr val="tx2"/>
                </a:solidFill>
              </a:rPr>
              <a:t>Both lists are in the repository: docs/OPEN_QUESTIONS.md and docs/SECURITY_SELF_ASSESSMENT.md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Trained agents,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frozen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now reproduced; not a new blind study.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18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Raw simulator only; the API now adds mandatory clarification and read-back.</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Also trained, and the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language model rewords answers (99.8% of its figures are the engine's; a failed check shows the engine's text). A risk model scores every payment (amount, frequency, timeline, person) and warns on a high one: precision 29.2%, recall 56.5%. Every payment needs a person's authorization anyway. Synthetic data, no real users.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1676</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463</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55</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Escrow already runs in the sandbox. Next: a permissioned chain and a bank-issued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costs. Human control.</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TeamEkxin  ·  https://github.com/NoobCrow/StudyRoute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TeamEkxin</dc:creator>
  <cp:lastModifiedBy>TeamEkxin</cp:lastModifiedBy>
  <cp:revision>1</cp:revision>
  <dcterms:created xsi:type="dcterms:W3CDTF">2026-10-17T22:28:26Z</dcterms:created>
  <dcterms:modified xsi:type="dcterms:W3CDTF">2026-10-17T22:28:26Z</dcterms:modified>
</cp:coreProperties>
</file>