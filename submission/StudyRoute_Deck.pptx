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554ba38-81da-7b51-5a47-74b33a14eaa2}">
          <p14:sldIdLst>
            <p14:sldId id="256"/>
            <p14:sldId id="257"/>
          </p14:sldIdLst>
        </p14:section>
        <p14:section name="The problem" id="{5f7f7138-7f2f-34f9-4e27-122c72f46470}">
          <p14:sldIdLst>
            <p14:sldId id="258"/>
            <p14:sldId id="259"/>
          </p14:sldIdLst>
        </p14:section>
        <p14:section name="The solution" id="{f0370852-cd1e-d889-8875-19f2f1d7b33c}">
          <p14:sldIdLst>
            <p14:sldId id="260"/>
            <p14:sldId id="261"/>
            <p14:sldId id="262"/>
          </p14:sldIdLst>
        </p14:section>
        <p14:section name="Trust" id="{14235634-10cb-12f2-3b3c-0caa9fb5b5f4}">
          <p14:sldIdLst>
            <p14:sldId id="263"/>
            <p14:sldId id="264"/>
            <p14:sldId id="265"/>
            <p14:sldId id="266"/>
          </p14:sldIdLst>
        </p14:section>
        <p14:section name="Close" id="{6d2fdd1d-3ebb-526f-792e-7227df826fa1}">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1130 backend and 139 frontend tests, all 24 blueprint scenarios mapped to tests, and 41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7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1130</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139</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41</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2026-10-17T07:35:48Z</dcterms:created>
  <dcterms:modified xsi:type="dcterms:W3CDTF">2026-10-17T07:35:48Z</dcterms:modified>
</cp:coreProperties>
</file>