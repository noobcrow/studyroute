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6a7cd2-70c4-350e-9924-854036d52042}">
          <p14:sldIdLst>
            <p14:sldId id="256"/>
            <p14:sldId id="257"/>
          </p14:sldIdLst>
        </p14:section>
        <p14:section name="The problem" id="{43005f60-b882-30b3-a560-8157e69fa7f6}">
          <p14:sldIdLst>
            <p14:sldId id="258"/>
            <p14:sldId id="259"/>
          </p14:sldIdLst>
        </p14:section>
        <p14:section name="The solution" id="{43ad35d3-fe50-63ff-5e7e-5a739d8338fc}">
          <p14:sldIdLst>
            <p14:sldId id="260"/>
            <p14:sldId id="261"/>
            <p14:sldId id="262"/>
          </p14:sldIdLst>
        </p14:section>
        <p14:section name="Trust" id="{774c281b-b571-e099-1a59-21f1af5e227c}">
          <p14:sldIdLst>
            <p14:sldId id="263"/>
            <p14:sldId id="264"/>
            <p14:sldId id="265"/>
            <p14:sldId id="266"/>
          </p14:sldIdLst>
        </p14:section>
        <p14:section name="Close" id="{c6a16924-4fb5-be79-a393-d14675917a89}">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refuses what it cannot read exactly, and if the old rules and the model disagree, the assistant asks. On messages we wrote by hand after the model was frozen, it chose the right intent 88.5% of the time against 61.1% for the old rules, read a plan request completely and exactly 100% against 57.6%, and blocked 92.9% of attacks against 28.6%. The sample is small and the training data is synthetic, and we say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897 backend and 126 frontend tests, all 24 blueprint scenarios mapped to tests, and 37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trained agent,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new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scored once.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How it was trained</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few minutes on an RTX 5060 Ti. 35,588 messages: generated ones plus real bank questions (Banking77). 34 MB, 7 ms on a CPU.</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Honest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Synthetic data, English, no real users yet. About 1 attack in 14 still slips past it; permissions and MFA remain the real defence.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897</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126</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37</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2026-10-15T07:31:38Z</dcterms:created>
  <dcterms:modified xsi:type="dcterms:W3CDTF">2026-10-15T07:31:38Z</dcterms:modified>
</cp:coreProperties>
</file>