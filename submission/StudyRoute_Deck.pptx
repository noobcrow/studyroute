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f63dde5-eded-e319-570a-1d1a19fcbcc3}">
          <p14:sldIdLst>
            <p14:sldId id="256"/>
            <p14:sldId id="257"/>
          </p14:sldIdLst>
        </p14:section>
        <p14:section name="The problem" id="{1fe8b8c4-49d3-9951-ad74-dd1bb36836c1}">
          <p14:sldIdLst>
            <p14:sldId id="258"/>
            <p14:sldId id="259"/>
          </p14:sldIdLst>
        </p14:section>
        <p14:section name="The solution" id="{a5ed70e0-0173-14dc-dbea-a4b1c8f43e1b}">
          <p14:sldIdLst>
            <p14:sldId id="260"/>
            <p14:sldId id="261"/>
          </p14:sldIdLst>
        </p14:section>
        <p14:section name="Trust" id="{55ada93e-5a7f-0f7e-592f-4ad9ef56964f}">
          <p14:sldIdLst>
            <p14:sldId id="262"/>
            <p14:sldId id="263"/>
            <p14:sldId id="264"/>
          </p14:sldIdLst>
        </p14:section>
        <p14:section name="Close" id="{da641730-c6d4-3dda-cde9-118e3700f2b3}">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and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565 backend and 75 frontend tests, all 24 blueprint scenarios mapped to tests, and 18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It never moves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565</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75</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18</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2026-10-14T07:33:50Z</dcterms:created>
  <dcterms:modified xsi:type="dcterms:W3CDTF">2026-10-14T07:33:50Z</dcterms:modified>
</cp:coreProperties>
</file>