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0440f0-a414-76bd-2b8a-51c9be519fc3}">
          <p14:sldIdLst>
            <p14:sldId id="256"/>
            <p14:sldId id="257"/>
          </p14:sldIdLst>
        </p14:section>
        <p14:section name="The problem" id="{76628aeb-7fec-0644-c920-28a933d870a6}">
          <p14:sldIdLst>
            <p14:sldId id="258"/>
            <p14:sldId id="259"/>
          </p14:sldIdLst>
        </p14:section>
        <p14:section name="The solution" id="{2a55f567-1c34-ad58-0b1b-bedab5014e64}">
          <p14:sldIdLst>
            <p14:sldId id="260"/>
            <p14:sldId id="261"/>
            <p14:sldId id="262"/>
          </p14:sldIdLst>
        </p14:section>
        <p14:section name="Trust" id="{af8424e7-bcad-5800-c663-c21b897a75b8}">
          <p14:sldIdLst>
            <p14:sldId id="263"/>
            <p14:sldId id="264"/>
            <p14:sldId id="265"/>
            <p14:sldId id="266"/>
          </p14:sldIdLst>
        </p14:section>
        <p14:section name="Close" id="{fe912722-e639-d1ed-0b9c-7fdf7acca98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1079 backend and 130 frontend tests, all 24 blueprint scenarios mapped to tests, and 40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7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1079</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130</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40</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2026-10-15T09:17:02Z</dcterms:created>
  <dcterms:modified xsi:type="dcterms:W3CDTF">2026-10-15T09:17:02Z</dcterms:modified>
</cp:coreProperties>
</file>