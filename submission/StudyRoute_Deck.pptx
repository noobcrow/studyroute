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04e59c2-1446-1d45-66a2-7dc4ef9e2925}">
          <p14:sldIdLst>
            <p14:sldId id="256"/>
            <p14:sldId id="257"/>
          </p14:sldIdLst>
        </p14:section>
        <p14:section name="The problem" id="{b38da6c5-0e69-1de4-24b9-1f1b09672032}">
          <p14:sldIdLst>
            <p14:sldId id="258"/>
            <p14:sldId id="259"/>
          </p14:sldIdLst>
        </p14:section>
        <p14:section name="The solution" id="{2b16bc72-9a6d-a822-079e-35cb5d524a8b}">
          <p14:sldIdLst>
            <p14:sldId id="260"/>
            <p14:sldId id="261"/>
          </p14:sldIdLst>
        </p14:section>
        <p14:section name="Trust" id="{70dc36d3-6473-6065-a844-8603613edd4d}">
          <p14:sldIdLst>
            <p14:sldId id="262"/>
            <p14:sldId id="263"/>
            <p14:sldId id="264"/>
            <p14:sldId id="265"/>
            <p14:sldId id="266"/>
          </p14:sldIdLst>
        </p14:section>
        <p14:section name="Close" id="{7bd81ea4-c7ba-ff59-a383-f2f72e5e706c}">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1678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A local review found trust-boundary limits; no external penetration test was run.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The API adds mandatory review not measured here; the simulated parents are assumptions.Two more small models are trained on the same GPU. A language model rewords the engine's answer on the user's own machine: on 700 held-out questions 80.9% of its answers pass every code check and the rest show the engine's own text; 99.8% of the figures it writes are the engine's. It mostly rewords. A risk model, trained on IBM's public synthetic transactions, gives each payment a score from four factors, amount, frequency, timeline and person: a low score shows no warning, a high one shows a warning and sends the payment to a person at the sandbox bank, and every payment needs a person's authorization whatever its score; on a later period it caught 56.5% of the flagged payments with 29.2% precision, and the data cannot support both above ninety. It routes;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1678 backend and 463 frontend tests, all 24 blueprint scenarios mapped to tests, and 55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1678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Audit-only rewrites are detected; both logs share SQLite, so a DB owner can rewrite both.</a:t>
            </a:r>
            <a:endParaRPr lang="en-US" sz="1200" dirty="0"/>
          </a:p>
          <a:p>
            <a:pPr algn="l" marL="342900" indent="-342900">
              <a:spcAft>
                <a:spcPts val="600"/>
              </a:spcAft>
              <a:buSzPct val="100000"/>
              <a:buChar char="•"/>
            </a:pPr>
            <a:r>
              <a:rPr lang="en-US" sz="1200" dirty="0">
                <a:solidFill>
                  <a:schemeClr val="tx1"/>
                </a:solidFill>
              </a:rPr>
              <a:t>Fresh local API/UI checks are in release evidence; Docker logs are inherited, not rerun for this repair.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frozen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now reproduced; not a new blind study.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18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Raw simulator only; the API now adds mandatory clarification and read-back.</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Also trained, and the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language model rewords answers (99.8% of its figures are the engine's; a failed check shows the engine's text). A risk model scores every payment (amount, frequency, timeline, person) and warns on a high one: precision 29.2%, recall 56.5%. Every payment needs a person's authorization anyway. Synthetic data, no real users.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1678</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463</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55</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https://github.com/NoobCrow/StudyRoute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2026-10-17T23:39:49Z</dcterms:created>
  <dcterms:modified xsi:type="dcterms:W3CDTF">2026-10-17T23:39:49Z</dcterms:modified>
</cp:coreProperties>
</file>