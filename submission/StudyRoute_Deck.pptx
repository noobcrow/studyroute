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86be450-ab88-73b1-c0d8-21b2b3123181}">
          <p14:sldIdLst>
            <p14:sldId id="256"/>
            <p14:sldId id="257"/>
          </p14:sldIdLst>
        </p14:section>
        <p14:section name="The problem" id="{ad24fab0-93e7-0a1b-c64f-6700cdd586ca}">
          <p14:sldIdLst>
            <p14:sldId id="258"/>
            <p14:sldId id="259"/>
          </p14:sldIdLst>
        </p14:section>
        <p14:section name="The solution" id="{13ad92fb-9fbe-8f21-092c-2575e2f41e88}">
          <p14:sldIdLst>
            <p14:sldId id="260"/>
            <p14:sldId id="261"/>
          </p14:sldIdLst>
        </p14:section>
        <p14:section name="Trust" id="{96142a7a-868c-c77a-f6fa-91dbf6c72eee}">
          <p14:sldIdLst>
            <p14:sldId id="262"/>
            <p14:sldId id="263"/>
            <p14:sldId id="264"/>
            <p14:sldId id="265"/>
            <p14:sldId id="266"/>
          </p14:sldIdLst>
        </p14:section>
        <p14:section name="Close" id="{4d501253-3d1a-8409-96a5-a156a5f116bd}">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TeamEkxin,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1534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No outsider has reviewed its security.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Plain code limits its legal moves, and the parents are our assumption. Repair-release qualification: this frozen holdout has now been reused for reproduction, not a new blind study. These RL numbers describe the raw simulator policy, not the runtime review envelope. The default API now requires deterministic missing/conflicting-slot clarification and completed-value confirmation before planning, regardless of turn budget.</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9</ns1:t>
            </ns1:fld>
            <ns1:endParaRPr lang="en-US"/>
          </ns1:p>
        </ns0:txBody>
      </ns0:sp>
    </ns0:spTree>
    <ns0:extLst>
      <ns0:ext uri="{BB962C8B-B14F-4D97-AF65-F5344CB8AC3E}">
        <ns2:creationId val="1024086991"/>
      </ns0:ext>
    </ns0:extLst>
  </ns0:cSld>
  <ns0:clrMapOvr>
    <ns1:masterClrMapping/>
  </ns0:clrMapOvr>
</ns0: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1534 backend and 439 frontend tests, all 24 blueprint scenarios mapped to tests, and 50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TeamEkxin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Money uses one deterministic integer engine. See release evidence for current tests and all 24 mapped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Local anchors detect audit-only rewrites, not a DB owner rewriting both logs. Checkpoints need separate protection.</a:t>
            </a:r>
            <a:endParaRPr lang="en-US" sz="1200" dirty="0"/>
          </a:p>
          <a:p>
            <a:pPr algn="l" marL="342900" indent="-342900">
              <a:spcAft>
                <a:spcPts val="600"/>
              </a:spcAft>
              <a:buSzPct val="100000"/>
              <a:buChar char="•"/>
            </a:pPr>
            <a:r>
              <a:rPr lang="en-US" sz="1200" dirty="0">
                <a:solidFill>
                  <a:schemeClr val="tx1"/>
                </a:solidFill>
              </a:rPr>
              <a:t>Fresh local API and 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Frozen holdout, now re-evaluated; not a new blind study. Small sample. Banking77 routing: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6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Raw DQN simulator: wrong plans 0.8% vs 2.8%. API now adds mandatory clarification and read-back; those simulator figures exclude it.</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The simulated parents and rewards are our assumptions. About 1 attack in 14 still slips past;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See logs</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current backend verification</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439</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50</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Report hashes detect changes against a trusted hash, not provenance. Known gaps: docs/RELEASE_FIXES.md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TeamEkxin  ·  https://github.com/redwan786/StudyRoute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TeamEkxin</dc:creator>
  <cp:lastModifiedBy>TeamEkxin</cp:lastModifiedBy>
  <cp:revision>1</cp:revision>
  <dcterms:created xsi:type="dcterms:W3CDTF">2026-10-17T16:00:33Z</dcterms:created>
  <dcterms:modified xsi:type="dcterms:W3CDTF">2026-10-17T16:00:33Z</dcterms:modified>
</cp:coreProperties>
</file>