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14fa2ab-2833-0a7a-8192-33738cc28b56}">
          <p14:sldIdLst>
            <p14:sldId id="256"/>
            <p14:sldId id="257"/>
          </p14:sldIdLst>
        </p14:section>
        <p14:section name="The problem" id="{6d50f98d-5687-44bc-51f6-5ee275047521}">
          <p14:sldIdLst>
            <p14:sldId id="258"/>
            <p14:sldId id="259"/>
          </p14:sldIdLst>
        </p14:section>
        <p14:section name="The solution" id="{18b02456-c9d0-0521-c084-ab01a5b431e9}">
          <p14:sldIdLst>
            <p14:sldId id="260"/>
            <p14:sldId id="261"/>
          </p14:sldIdLst>
        </p14:section>
        <p14:section name="Trust" id="{40373f78-e0ca-b5d5-3097-f09fc82c66cc}">
          <p14:sldIdLst>
            <p14:sldId id="262"/>
            <p14:sldId id="263"/>
            <p14:sldId id="264"/>
            <p14:sldId id="265"/>
            <p14:sldId id="266"/>
          </p14:sldIdLst>
        </p14:section>
        <p14:section name="Close" id="{b11ffb14-2419-bc2f-6b11-3b92356f51d2}">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1678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A local review found trust-boundary limits; no external penetration test was run.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The API adds mandatory review not measured here; the simulated parents are assumptions.Two more small models are trained on the same GPU. A language model rewords the engine's answer on the user's own machine: on 700 held-out questions 80.9% of its answers pass every code check and the rest show the engine's own text; 99.8% of the figures it writes are the engine's. It mostly rewords. A risk model, trained on IBM's public synthetic transactions, gives each payment a score from four factors, amount, frequency, timeline and person: a low score shows no warning, a high one shows a warning and sends the payment to a person at the sandbox bank, and every payment needs a person's authorization whatever its score; on a later period it caught 56.5% of the flagged payments with 29.2% precision, and the data cannot support both above ninety.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1678 backend and 463 frontend tests, all 24 blueprint scenarios mapped to tests, and 55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1678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Audit-only rewrites are detected; both logs share SQLite, so a DB owner can rewrite both.</a:t>
            </a:r>
            <a:endParaRPr lang="en-US" sz="1200" dirty="0"/>
          </a:p>
          <a:p>
            <a:pPr algn="l" marL="342900" indent="-342900">
              <a:spcAft>
                <a:spcPts val="600"/>
              </a:spcAft>
              <a:buSzPct val="100000"/>
              <a:buChar char="•"/>
            </a:pPr>
            <a:r>
              <a:rPr lang="en-US" sz="1200" dirty="0">
                <a:solidFill>
                  <a:schemeClr val="tx1"/>
                </a:solidFill>
              </a:rPr>
              <a:t>Fresh local API/UI checks are in release evidence; Docker logs are inherited, not rerun for this repair.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now reproduced; not a new blind study.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scores every payment (amount, frequency, timeline, person) and warns on a high one: precision 29.2%, recall 56.5%. Every payment needs a person's authorization anyway. Synthetic data, no real users.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1678</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463</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Today the escrow runs on a simulated chain inside the app, with no network.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2026-10-17T23:51:24Z</dcterms:created>
  <dcterms:modified xsi:type="dcterms:W3CDTF">2026-10-17T23:51:24Z</dcterms:modified>
</cp:coreProperties>
</file>