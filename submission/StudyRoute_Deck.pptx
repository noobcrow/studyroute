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c8c211-b6f8-ac24-88f1-a6e889d25e0f}">
          <p14:sldIdLst>
            <p14:sldId id="256"/>
            <p14:sldId id="257"/>
          </p14:sldIdLst>
        </p14:section>
        <p14:section name="The problem" id="{6736a316-488a-6457-d845-bb02a5887701}">
          <p14:sldIdLst>
            <p14:sldId id="258"/>
            <p14:sldId id="259"/>
          </p14:sldIdLst>
        </p14:section>
        <p14:section name="The solution" id="{7211c3e0-69c0-9b3d-7554-9e523d595a4f}">
          <p14:sldIdLst>
            <p14:sldId id="260"/>
            <p14:sldId id="261"/>
            <p14:sldId id="262"/>
          </p14:sldIdLst>
        </p14:section>
        <p14:section name="Trust" id="{d6521bd4-000c-decd-7b58-e32cf313b3ed}">
          <p14:sldIdLst>
            <p14:sldId id="263"/>
            <p14:sldId id="264"/>
            <p14:sldId id="265"/>
            <p14:sldId id="266"/>
          </p14:sldIdLst>
        </p14:section>
        <p14:section name="Close" id="{67eae655-fb72-c88a-3bcb-49c96da15be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1135 backend and 360 frontend tests, all 24 blueprint scenarios mapped to tests, and 42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7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1135</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360</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42</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2026-10-17T09:34:38Z</dcterms:created>
  <dcterms:modified xsi:type="dcterms:W3CDTF">2026-10-17T09:34:38Z</dcterms:modified>
</cp:coreProperties>
</file>