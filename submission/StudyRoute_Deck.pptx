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6be450-ab88-73b1-c0d8-21b2b3123181}">
          <p14:sldIdLst>
            <p14:sldId id="256"/>
            <p14:sldId id="257"/>
          </p14:sldIdLst>
        </p14:section>
        <p14:section name="The problem" id="{ad24fab0-93e7-0a1b-c64f-6700cdd586ca}">
          <p14:sldIdLst>
            <p14:sldId id="258"/>
            <p14:sldId id="259"/>
          </p14:sldIdLst>
        </p14:section>
        <p14:section name="The solution" id="{13ad92fb-9fbe-8f21-092c-2575e2f41e88}">
          <p14:sldIdLst>
            <p14:sldId id="260"/>
            <p14:sldId id="261"/>
          </p14:sldIdLst>
        </p14:section>
        <p14:section name="Trust" id="{96142a7a-868c-c77a-f6fa-91dbf6c72eee}">
          <p14:sldIdLst>
            <p14:sldId id="262"/>
            <p14:sldId id="263"/>
            <p14:sldId id="264"/>
            <p14:sldId id="265"/>
            <p14:sldId id="266"/>
          </p14:sldIdLst>
        </p14:section>
        <p14:section name="Close" id="{4d501253-3d1a-8409-96a5-a156a5f116b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1534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No outsider has reviewed its security.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1534 backend and 439 frontend tests, all 24 blueprint scenarios mapped to tests, and 50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1534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 rewritten chain is caught by the anchor.</a:t>
            </a:r>
            <a:endParaRPr lang="en-US" sz="1200" dirty="0"/>
          </a:p>
          <a:p>
            <a:pPr algn="l" marL="342900" indent="-342900">
              <a:spcAft>
                <a:spcPts val="600"/>
              </a:spcAft>
              <a:buSzPct val="100000"/>
              <a:buChar char="•"/>
            </a:pPr>
            <a:r>
              <a:rPr lang="en-US" sz="1200" dirty="0">
                <a:solidFill>
                  <a:schemeClr val="tx1"/>
                </a:solidFill>
              </a:rPr>
              <a:t>The whole stack starts from the zipped archive with docker compose, run for real on 15 and 17 October.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No outside security review or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1534</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439</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50</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2026-10-17T16:00:33Z</dcterms:created>
  <dcterms:modified xsi:type="dcterms:W3CDTF">2026-10-17T16:00:33Z</dcterms:modified>
</cp:coreProperties>
</file>