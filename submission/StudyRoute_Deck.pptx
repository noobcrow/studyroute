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fe96e16-0efc-7a3c-7182-c3a674d91c23}">
          <p14:sldIdLst>
            <p14:sldId id="256"/>
            <p14:sldId id="257"/>
          </p14:sldIdLst>
        </p14:section>
        <p14:section name="The problem" id="{335d41aa-3549-e481-1f83-8500560ec38b}">
          <p14:sldIdLst>
            <p14:sldId id="258"/>
            <p14:sldId id="259"/>
          </p14:sldIdLst>
        </p14:section>
        <p14:section name="The solution" id="{dbed8712-8882-3747-9354-23d2f1b9f005}">
          <p14:sldIdLst>
            <p14:sldId id="260"/>
            <p14:sldId id="261"/>
          </p14:sldIdLst>
        </p14:section>
        <p14:section name="Trust" id="{3fcd2050-f4e2-29ee-a9ba-2281ac9889f3}">
          <p14:sldIdLst>
            <p14:sldId id="262"/>
            <p14:sldId id="263"/>
            <p14:sldId id="264"/>
          </p14:sldIdLst>
        </p14:section>
        <p14:section name="Close" id="{3c886b98-ab1c-8308-b204-a91d82604b3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and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is the compare screen. On the right, the agent and the person share the work. The agent ranks providers by true cost, plans the deadline and the document list, and then blocks the payment until KYC, the recipient allowlist and the sandbox caps all pass. The person creates the draft, chooses the recipient and approves with a fresh MFA code. The agent then tracks the payment to settled and every step is logged. The assistant can propose a draft or an approval request,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483 backend and 52 frontend tests, all 24 blueprint scenarios mapped to tests, and 17 known risks that we list openly in the self-assessment. The audit log is hash-chained: Verify passes, we edit one row behind the application's back, and Verify fails at exactly that event.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the audit log with the hash chain verified.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It never moves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Compare screen ranking providers with a shortfall warning">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Compare screen.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providers by true cost</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Plans deadline and documents</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logs it all</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dirty="0">
                <a:solidFill>
                  <a:schemeClr val="tx2"/>
                </a:solidFill>
              </a:rPr>
              <a:t>Example: GBP 10,000 at a mid rate of 160.00 BDT per GBP. Synthetic rates and fees.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No tool can approve, submit, cancel or change limits.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483</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52</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17</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Audit chain: Verify PASS, edit one row, Verify FAIL at that event.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Audit log with Verify showing PASS">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Audit log: the hash chain verifies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2026-10-14T06:44:13Z</dcterms:created>
  <dcterms:modified xsi:type="dcterms:W3CDTF">2026-10-14T06:44:13Z</dcterms:modified>
</cp:coreProperties>
</file>